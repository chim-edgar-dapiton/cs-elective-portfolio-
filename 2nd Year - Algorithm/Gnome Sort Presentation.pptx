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 /><Relationship Id="rId3" Type="http://schemas.openxmlformats.org/officeDocument/2006/relationships/slide" Target="slides/slide2.xml" /><Relationship Id="rId7" Type="http://schemas.openxmlformats.org/officeDocument/2006/relationships/theme" Target="theme/theme1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viewProps" Target="viewProps.xml" /><Relationship Id="rId5" Type="http://schemas.openxmlformats.org/officeDocument/2006/relationships/presProps" Target="presProps.xml" /><Relationship Id="rId4" Type="http://schemas.openxmlformats.org/officeDocument/2006/relationships/slide" Target="slides/slide3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C3085-1534-CDB5-7360-6BB342BA12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8759A6-F352-0EA1-891B-F08A7DE2C1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4B021D-DCF8-7580-1FAF-E2C1CCB37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A5EC2-0812-B748-BE4B-1871408C486C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20C755-56B2-70F0-ED27-91A0331F5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AF099C-1B5C-B81C-1CAC-9B5F008A0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2782F-A7D8-E140-B0D1-D0D3CBD194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1962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05332-337E-9813-C32E-613D34154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716915-07A4-31E7-4558-F8F3CAC9BA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064502-FD6C-65C9-389B-2F42C2A22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A5EC2-0812-B748-BE4B-1871408C486C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1ED236-3D20-AED2-EDAF-49C9E264D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9FEDE2-3BD5-B8B2-B010-636793906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2782F-A7D8-E140-B0D1-D0D3CBD194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0178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C783B-0D62-54D9-D644-DEE23B69E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BF4CCF-9E92-4F33-A82F-C228FC14FE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BAD47A-C842-D87A-57CA-CD45F49FA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A5EC2-0812-B748-BE4B-1871408C486C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87CC71-64F6-A8BF-199D-C46BF03A4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841DE9-0FA4-FF8A-7890-5958A5A42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2782F-A7D8-E140-B0D1-D0D3CBD194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554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ECABB-2118-5059-3022-746023A95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41593-1EF0-65C1-22EB-AB81C7ADEA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39CD28-FC48-06D9-1C91-48E620862E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0A6D3D-9771-47D4-C4FB-FC92ECFA5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A5EC2-0812-B748-BE4B-1871408C486C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5C923C-E1EE-7D51-57E4-F2E5C9AD7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4B975C-BAC3-CF1A-AB3B-5A2CE88E7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2782F-A7D8-E140-B0D1-D0D3CBD194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2149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40CCA-E4CD-DFDA-F81F-19830BC00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C7503B-57E1-2881-AA45-61BF70D875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54E641-89FE-75D8-7292-636767CBCD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4AD7D7-9A41-5D59-5DBE-66FCCFD75F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C00352-1ABA-3409-8DFB-26B6BC36B8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D6B108-ED14-3660-8CF3-FDBACF772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A5EC2-0812-B748-BE4B-1871408C486C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ED65B1-C3E1-7794-19C2-32CFD2245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156B69-D1C8-045A-12D6-315AC7A11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2782F-A7D8-E140-B0D1-D0D3CBD194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9244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5594A-FBAC-DC14-AD0B-8752270E1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7AC5FC-0FE2-DBE9-0141-745C3057C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A5EC2-0812-B748-BE4B-1871408C486C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078775-5D48-03FC-8387-858F1EB19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594A48-B972-08E5-3D4D-70779883F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2782F-A7D8-E140-B0D1-D0D3CBD194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2519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51B57F-6A07-5FBA-70E4-63BE97DD4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A5EC2-0812-B748-BE4B-1871408C486C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78ED88-64F1-9D60-C070-78592D3E2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2A3139-2532-9D4C-00A8-4E81638CF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2782F-A7D8-E140-B0D1-D0D3CBD194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786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70ADC-A7B3-1187-22B5-57501BDE17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2271C8-C8C7-F66F-F999-3011912E0F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EAF36D-D67B-5878-67FE-596E4BBB2D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CF2561-DABC-C38B-BA44-4355C937E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A5EC2-0812-B748-BE4B-1871408C486C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A0DC73-CFC2-6428-03A8-001ACD24C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4E5E48-D7E7-24F3-ABF3-9DBE8D7BC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2782F-A7D8-E140-B0D1-D0D3CBD194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6153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03102-15BC-3278-CDD8-73F2AE0DCE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1F6C7F-830B-BC98-9D47-FC50D9B61D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1615A7-8AD3-7541-8265-493789C2F1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4AB48B-638F-FC7C-83D9-59578B13C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A5EC2-0812-B748-BE4B-1871408C486C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A196F0-3882-8F67-65D6-208F2C313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5C9E67-FF9A-4668-D52C-6C2A517BD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2782F-A7D8-E140-B0D1-D0D3CBD194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0157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F0143-8041-0A9F-A424-F025A6AC2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B59B9E-0C5F-13E8-8CEC-3E324B97DA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26BCCD-4901-1DED-7157-B6E7F4DCE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A5EC2-0812-B748-BE4B-1871408C486C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52A7F6-019B-0E27-3FA0-2CC6D329E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E2C224-A2DC-2D92-C755-7B08DAE86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2782F-A7D8-E140-B0D1-D0D3CBD194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9974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4271E3-CE4C-AA94-4918-128ACE810B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590FFC-B941-3D84-0A37-5F2CFD51A2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28EEF5-835B-0554-0335-9D4507CFB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A5EC2-0812-B748-BE4B-1871408C486C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397F3E-04C2-E3EB-5278-5F3CC16AA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71ED58-89B5-3DE8-7D94-786652620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2782F-A7D8-E140-B0D1-D0D3CBD194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2152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08D978-C5A4-A757-1DC1-9E5333A66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2BACDA-1889-F04A-B60E-C42067B60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9F389D-C562-4C6B-5A39-D9D800D7DB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CA5EC2-0812-B748-BE4B-1871408C486C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217EB4-3C71-376C-43D6-033F233F7D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35CF2F-8C3D-454F-281D-F6CE4C86E7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12782F-A7D8-E140-B0D1-D0D3CBD194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28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EF242-A65B-AE02-4834-73011084262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Gnome Sort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0CBE80-D579-6552-4820-E68BB3ED3F8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4752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0CA16-4653-B926-AA03-A501BAFC7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02009"/>
            <a:ext cx="10515600" cy="1325563"/>
          </a:xfrm>
        </p:spPr>
        <p:txBody>
          <a:bodyPr/>
          <a:lstStyle/>
          <a:p>
            <a:r>
              <a:rPr lang="en-US" dirty="0"/>
              <a:t>What is Gnome Sort?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4521B9-DFD9-1F50-9A88-C00FE1AE7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4346" y="3044825"/>
            <a:ext cx="9990221" cy="2690228"/>
          </a:xfrm>
        </p:spPr>
        <p:txBody>
          <a:bodyPr>
            <a:noAutofit/>
          </a:bodyPr>
          <a:lstStyle/>
          <a:p>
            <a:r>
              <a:rPr lang="en-PH" sz="24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Gnome Sort</a:t>
            </a:r>
            <a:r>
              <a:rPr lang="en-PH" sz="2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(also called "Stupid Sort" originally) is a simple comparison-based sorting algorithm. It mimics how a garden gnome might sort flower pots on a line: the "gnome" walks along the array, swapping adjacent elements if they're out of order, then steps back to check the previous position again (because the swap might have created a new problem behind it). It's very similar to insertion sort but uses swaps and backtracking instead of shifting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5892124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6B80E-DD53-1850-49E6-1B699DECE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515600" cy="1325563"/>
          </a:xfrm>
        </p:spPr>
        <p:txBody>
          <a:bodyPr/>
          <a:lstStyle/>
          <a:p>
            <a:r>
              <a:rPr lang="en-US"/>
              <a:t>Gnome Sorting </a:t>
            </a:r>
            <a:r>
              <a:rPr lang="en-US" dirty="0"/>
              <a:t>Steps	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2F020E-B34F-EBA8-BF3A-FD0A56E1E4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68906"/>
            <a:ext cx="10515600" cy="4716378"/>
          </a:xfrm>
        </p:spPr>
        <p:txBody>
          <a:bodyPr>
            <a:noAutofit/>
          </a:bodyPr>
          <a:lstStyle/>
          <a:p>
            <a:r>
              <a:rPr lang="en-PH" sz="2400" b="1" dirty="0"/>
              <a:t>Step 1:</a:t>
            </a:r>
            <a:r>
              <a:rPr lang="en-US" sz="2400" b="1" dirty="0"/>
              <a:t> </a:t>
            </a:r>
            <a:r>
              <a:rPr lang="en-PH" sz="2400" dirty="0"/>
              <a:t>Start at the beginning of the list (index = 0).</a:t>
            </a:r>
          </a:p>
          <a:p>
            <a:r>
              <a:rPr lang="en-PH" sz="2400" b="1" dirty="0"/>
              <a:t>Step 2:</a:t>
            </a:r>
            <a:r>
              <a:rPr lang="en-US" sz="2400" b="1" dirty="0"/>
              <a:t> </a:t>
            </a:r>
            <a:r>
              <a:rPr lang="en-PH" sz="2400" dirty="0"/>
              <a:t>Move to the next position (index = 1).</a:t>
            </a:r>
          </a:p>
          <a:p>
            <a:r>
              <a:rPr lang="en-PH" sz="2400" b="1" dirty="0"/>
              <a:t>Step 3:</a:t>
            </a:r>
            <a:r>
              <a:rPr lang="en-US" sz="2400" b="1" dirty="0"/>
              <a:t> </a:t>
            </a:r>
            <a:r>
              <a:rPr lang="en-PH" sz="2400" dirty="0"/>
              <a:t>Compare the current element with the previous one.</a:t>
            </a:r>
          </a:p>
          <a:p>
            <a:r>
              <a:rPr lang="en-PH" sz="2400" b="1" dirty="0"/>
              <a:t>Step 4:</a:t>
            </a:r>
            <a:r>
              <a:rPr lang="en-US" sz="2400" b="1" dirty="0"/>
              <a:t> </a:t>
            </a:r>
            <a:r>
              <a:rPr lang="en-PH" sz="2400" dirty="0"/>
              <a:t>If the current element is </a:t>
            </a:r>
            <a:r>
              <a:rPr lang="en-PH" sz="2400" b="1" dirty="0"/>
              <a:t>greater than or equal</a:t>
            </a:r>
            <a:r>
              <a:rPr lang="en-PH" sz="2400" dirty="0"/>
              <a:t> to the previous → move forward (index + 1).</a:t>
            </a:r>
            <a:r>
              <a:rPr lang="en-US" sz="2400" dirty="0"/>
              <a:t>  </a:t>
            </a:r>
          </a:p>
          <a:p>
            <a:pPr marL="0" indent="0">
              <a:buNone/>
            </a:pPr>
            <a:r>
              <a:rPr lang="en-US" sz="2400"/>
              <a:t>   </a:t>
            </a:r>
            <a:r>
              <a:rPr lang="en-PH" sz="2400"/>
              <a:t>If </a:t>
            </a:r>
            <a:r>
              <a:rPr lang="en-PH" sz="2400" dirty="0"/>
              <a:t>the current element is </a:t>
            </a:r>
            <a:r>
              <a:rPr lang="en-PH" sz="2400" b="1" dirty="0"/>
              <a:t>smaller</a:t>
            </a:r>
            <a:r>
              <a:rPr lang="en-PH" sz="2400" dirty="0"/>
              <a:t> → swap the two elements.</a:t>
            </a:r>
          </a:p>
          <a:p>
            <a:r>
              <a:rPr lang="en-PH" sz="2400" b="1" dirty="0"/>
              <a:t>Step 5:</a:t>
            </a:r>
            <a:r>
              <a:rPr lang="en-US" sz="2400" b="1" dirty="0"/>
              <a:t> </a:t>
            </a:r>
            <a:r>
              <a:rPr lang="en-PH" sz="2400" dirty="0"/>
              <a:t>After swapping:</a:t>
            </a:r>
            <a:r>
              <a:rPr lang="en-US" sz="2400" dirty="0"/>
              <a:t>  </a:t>
            </a:r>
            <a:r>
              <a:rPr lang="en-PH" sz="2400" dirty="0"/>
              <a:t>Move one step back (index - 1).</a:t>
            </a:r>
          </a:p>
          <a:p>
            <a:r>
              <a:rPr lang="en-PH" sz="2400" b="1" dirty="0"/>
              <a:t>Step 6:</a:t>
            </a:r>
            <a:r>
              <a:rPr lang="en-US" sz="2400" b="1" dirty="0"/>
              <a:t> </a:t>
            </a:r>
            <a:r>
              <a:rPr lang="en-PH" sz="2400" dirty="0"/>
              <a:t>If you reach the beginning again (index = 0), move forward to index = 1.</a:t>
            </a:r>
          </a:p>
          <a:p>
            <a:r>
              <a:rPr lang="en-PH" sz="2400" b="1" dirty="0"/>
              <a:t>Step 7:</a:t>
            </a:r>
            <a:r>
              <a:rPr lang="en-US" sz="2400" b="1" dirty="0"/>
              <a:t> </a:t>
            </a:r>
            <a:r>
              <a:rPr lang="en-PH" sz="2400" dirty="0"/>
              <a:t>Repeat Steps 3–6 until you reach the end of the list.</a:t>
            </a:r>
          </a:p>
          <a:p>
            <a:r>
              <a:rPr lang="en-PH" sz="2400" b="1" dirty="0"/>
              <a:t>Step 8:</a:t>
            </a:r>
            <a:r>
              <a:rPr lang="en-US" sz="2400" b="1" dirty="0"/>
              <a:t> </a:t>
            </a:r>
            <a:r>
              <a:rPr lang="en-PH" sz="2400" dirty="0"/>
              <a:t>When you reach the end, the list is sorted</a:t>
            </a:r>
          </a:p>
        </p:txBody>
      </p:sp>
    </p:spTree>
    <p:extLst>
      <p:ext uri="{BB962C8B-B14F-4D97-AF65-F5344CB8AC3E}">
        <p14:creationId xmlns:p14="http://schemas.microsoft.com/office/powerpoint/2010/main" val="493503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3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Gnome Sort</vt:lpstr>
      <vt:lpstr>What is Gnome Sort?</vt:lpstr>
      <vt:lpstr>Gnome Sorting Steps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Gnome Sort</dc:title>
  <dc:creator>Edgar Ryota</dc:creator>
  <cp:lastModifiedBy>Edgar Ryota</cp:lastModifiedBy>
  <cp:revision>2</cp:revision>
  <dcterms:created xsi:type="dcterms:W3CDTF">2026-03-18T06:23:56Z</dcterms:created>
  <dcterms:modified xsi:type="dcterms:W3CDTF">2026-03-18T07:00:15Z</dcterms:modified>
</cp:coreProperties>
</file>